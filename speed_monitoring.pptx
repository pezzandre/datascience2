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0" r:id="rId4"/>
    <p:sldId id="270" r:id="rId5"/>
    <p:sldId id="265" r:id="rId6"/>
    <p:sldId id="261" r:id="rId7"/>
    <p:sldId id="268" r:id="rId8"/>
    <p:sldId id="269" r:id="rId9"/>
    <p:sldId id="266" r:id="rId10"/>
    <p:sldId id="271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80"/>
    <p:restoredTop sz="88456"/>
  </p:normalViewPr>
  <p:slideViewPr>
    <p:cSldViewPr snapToGrid="0" snapToObjects="1">
      <p:cViewPr varScale="1">
        <p:scale>
          <a:sx n="152" d="100"/>
          <a:sy n="152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AE5E-B65F-9EA1-72E3-B0008A70A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8C20B-481F-BA53-43E5-6C21A17716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D319FD-7128-5AF9-C70E-AF3AE8659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0716D-43EC-EE0B-3CB4-0DCEADFAF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2414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D150-2D4D-C884-ADAA-19DD8CD2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6D27-F27E-EB8A-1EEF-8AB848B86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DC0AC-5344-9D26-B1EF-1BB178AFA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grafico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dimostra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un'inosservanza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sistematica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postazione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"A2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Einfahrt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Wolf".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"campana" della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nettamente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spostata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rispetto alla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(40 km/h):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stragrande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maggioranza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veicoli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viaggia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45 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55 km/h.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tratto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l'eccesso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un'eccezione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 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comportamento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standard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C15D2-A614-6FBD-F1A5-BE1E5BA40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886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Sembra</a:t>
            </a:r>
            <a:r>
              <a:rPr lang="en-US" dirty="0"/>
              <a:t>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</a:p>
          <a:p>
            <a:r>
              <a:rPr lang="en-US"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 non </a:t>
            </a:r>
            <a:r>
              <a:rPr lang="en-US" dirty="0" err="1"/>
              <a:t>rappresenta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</a:t>
            </a:r>
            <a:r>
              <a:rPr lang="en-US" dirty="0" err="1"/>
              <a:t>effettivo</a:t>
            </a:r>
            <a:r>
              <a:rPr lang="en-US" dirty="0"/>
              <a:t> di auto ma solo le </a:t>
            </a:r>
            <a:r>
              <a:rPr lang="en-US" dirty="0" err="1"/>
              <a:t>misurazioni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significa</a:t>
            </a:r>
            <a:r>
              <a:rPr lang="en-US" dirty="0"/>
              <a:t> ”</a:t>
            </a:r>
            <a:r>
              <a:rPr lang="en-US" dirty="0" err="1"/>
              <a:t>quando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controlli</a:t>
            </a:r>
            <a:r>
              <a:rPr lang="en-US" dirty="0"/>
              <a:t>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224B3-B249-ED0F-410A-454744899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73309-C954-63AF-9CBA-0790C8A63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9AC9-2692-24BB-B0D3-D94C16C63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03DD7-E9F2-5219-3BCB-17928D2053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47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D618-3A3E-E7CA-57C8-5D88E0916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C2154-C247-753E-75D9-E76062F3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98DA0-4188-BB68-C0B3-25528370A2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Sembra</a:t>
            </a:r>
            <a:r>
              <a:rPr lang="en-US" dirty="0"/>
              <a:t>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</a:p>
          <a:p>
            <a:r>
              <a:rPr lang="en-US"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controlli</a:t>
            </a:r>
            <a:r>
              <a:rPr lang="en-US" dirty="0"/>
              <a:t> in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cantonali</a:t>
            </a:r>
            <a:r>
              <a:rPr lang="en-US" dirty="0"/>
              <a:t> </a:t>
            </a:r>
            <a:r>
              <a:rPr lang="en-US" dirty="0" err="1"/>
              <a:t>ecc</a:t>
            </a:r>
            <a:r>
              <a:rPr lang="en-US" dirty="0"/>
              <a:t>. e non solo in </a:t>
            </a:r>
            <a:r>
              <a:rPr lang="en-US" dirty="0" err="1"/>
              <a:t>stradine</a:t>
            </a:r>
            <a:r>
              <a:rPr lang="en-US" dirty="0"/>
              <a:t> lente (30kmh)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5B9D9-7B2C-D304-322D-8F6C92505E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309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7EDB8-D8B2-21EF-B2E5-6E13FE4F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E48EE-0327-3A8C-6374-B348CFF24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F664E-0D3D-D4EB-FB67-6930C1305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b="1" dirty="0"/>
              <a:t>Domanda di ricerca:</a:t>
            </a:r>
            <a:r>
              <a:rPr lang="it-CH" dirty="0"/>
              <a:t> Un maggior volume di traffico comporta un tasso più alto di infrazioni?</a:t>
            </a:r>
          </a:p>
          <a:p>
            <a:r>
              <a:rPr lang="it-CH" b="1" dirty="0"/>
              <a:t>Visualizzazione:</a:t>
            </a:r>
            <a:endParaRPr lang="it-CH" dirty="0"/>
          </a:p>
          <a:p>
            <a:pPr lvl="1"/>
            <a:r>
              <a:rPr lang="it-CH" b="1" dirty="0"/>
              <a:t>Dimensione:</a:t>
            </a:r>
            <a:r>
              <a:rPr lang="it-CH" dirty="0"/>
              <a:t> Volume di traffico medio.</a:t>
            </a:r>
          </a:p>
          <a:p>
            <a:pPr lvl="1"/>
            <a:r>
              <a:rPr lang="it-CH" b="1" dirty="0"/>
              <a:t>Colore:</a:t>
            </a:r>
            <a:r>
              <a:rPr lang="it-CH" dirty="0"/>
              <a:t> Tasso di infrazione (%).</a:t>
            </a:r>
          </a:p>
          <a:p>
            <a:r>
              <a:rPr lang="it-CH" b="1" dirty="0"/>
              <a:t>Data Processing:</a:t>
            </a:r>
            <a:r>
              <a:rPr lang="it-CH" dirty="0"/>
              <a:t> * Creazione di una colonna booleana per identificare i superamenti del limite.</a:t>
            </a:r>
          </a:p>
          <a:p>
            <a:pPr lvl="1"/>
            <a:r>
              <a:rPr lang="it-CH" dirty="0"/>
              <a:t>Aggregazione dei dati per postazione (latitudine/longitudine) per calcolare transiti totali e infrazioni effettive.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F037F-63CE-9D8A-2A3C-1845F75352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23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200D2-0787-734C-024E-AFA065125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724B89-4F79-1D6A-E452-74C15B4B77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18362B-9F8B-5FE6-DAA4-236035225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b="1" dirty="0"/>
              <a:t>Domanda di ricerca:</a:t>
            </a:r>
            <a:r>
              <a:rPr lang="it-CH" dirty="0"/>
              <a:t> Un maggior volume di traffico comporta un tasso più alto di infrazioni?</a:t>
            </a:r>
          </a:p>
          <a:p>
            <a:r>
              <a:rPr lang="it-CH" b="1" dirty="0"/>
              <a:t>Visualizzazione:</a:t>
            </a:r>
            <a:endParaRPr lang="it-CH" dirty="0"/>
          </a:p>
          <a:p>
            <a:pPr lvl="1"/>
            <a:r>
              <a:rPr lang="it-CH" b="1" dirty="0"/>
              <a:t>Dimensione:</a:t>
            </a:r>
            <a:r>
              <a:rPr lang="it-CH" dirty="0"/>
              <a:t> Volume di traffico medio.</a:t>
            </a:r>
          </a:p>
          <a:p>
            <a:pPr lvl="1"/>
            <a:r>
              <a:rPr lang="it-CH" b="1" dirty="0"/>
              <a:t>Colore:</a:t>
            </a:r>
            <a:r>
              <a:rPr lang="it-CH" dirty="0"/>
              <a:t> Tasso di infrazione (%).</a:t>
            </a:r>
          </a:p>
          <a:p>
            <a:r>
              <a:rPr lang="it-CH" b="1" dirty="0"/>
              <a:t>Data Processing:</a:t>
            </a:r>
            <a:r>
              <a:rPr lang="it-CH" dirty="0"/>
              <a:t> * Creazione di una colonna booleana per identificare i superamenti del limite.</a:t>
            </a:r>
          </a:p>
          <a:p>
            <a:pPr lvl="1"/>
            <a:r>
              <a:rPr lang="it-CH" dirty="0"/>
              <a:t>Aggregazione dei dati per postazione (latitudine/longitudine) per calcolare transiti totali e infrazioni effettive.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57CBF0-1B39-E404-CA2A-7DA39EB0E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665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– Group 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Geschwindigkeitsmonitoring</a:t>
            </a: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opendata.swiss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~5.5 </a:t>
            </a:r>
            <a:r>
              <a:rPr lang="en-US" sz="28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mln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en-US" sz="1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FBF2587-6F26-7E5B-8C40-8299E73D94BA}"/>
              </a:ext>
            </a:extLst>
          </p:cNvPr>
          <p:cNvSpPr/>
          <p:nvPr/>
        </p:nvSpPr>
        <p:spPr>
          <a:xfrm>
            <a:off x="6966373" y="2926080"/>
            <a:ext cx="697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/>
              <a:t>🇨🇭📸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Data/ora misurazione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geografiche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~5.5 </a:t>
            </a:r>
            <a:r>
              <a:rPr lang="en-US" sz="24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295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 30 / 40 / 50 / 60 / 80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en-US" sz="12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1BE88253-9CF9-F35F-5A33-F262EFB275B0}"/>
              </a:ext>
            </a:extLst>
          </p:cNvPr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74C3B044-AB82-6331-7271-2BA41A980AD7}"/>
              </a:ext>
            </a:extLst>
          </p:cNvPr>
          <p:cNvSpPr/>
          <p:nvPr/>
        </p:nvSpPr>
        <p:spPr>
          <a:xfrm>
            <a:off x="48463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</a:t>
            </a: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(dal 2024)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Tasso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1E0DCA6-117F-5A7A-4D42-2E2248DF1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494604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12430E-19A5-041B-EC17-09C277D7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1483590-706B-6EE0-BB8B-C9434F8992CC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516782-5203-A9FF-FBC3-5BD83BE7E656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Tasso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aggiornato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FE0DACD-0CBD-BF35-5EB5-FBA4F26A33AE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percentuale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calcolata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manualmente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).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D171DA1-8464-6271-D6E1-B9A146D97557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888637-9B78-8EEB-70A3-742A0359F80B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2EB6B3-75C2-F253-BC7F-76BCD4A39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1"/>
            <a:ext cx="8503920" cy="361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436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8FB33A-EE34-6999-024D-89AB075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92C946-8ABA-BBCE-2F25-C2C0CDAFE0B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BD819E-CEF1-45C3-185E-C84560531D61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peggiore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61D53FC-7098-BF3D-7C2A-F824479AFB9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Distribuzione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della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3BBB00-9779-1D75-EE40-4CC1BAA35CBA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8B9060-3AB3-54D2-0404-20DEF6B69941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48C6FC9-9D66-2839-29B4-C91903E9F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90369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096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media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24C6FEB0-4051-3D7A-1A2A-AA3F6AA27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0798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FC21C-AF0D-F181-5836-1EF3ADB2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A906A4-FE5D-7EE2-6891-35EED0B6A028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D5513F-9F73-2F50-7B34-57BCFC8B28A3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Tasso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medio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FFE15C-9BE4-5606-C073-E1FC119A8A17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1F0A79-257D-DF77-51D8-8C3E08EC98E8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42B34F-B5D8-43D1-F6E8-C729E5252DEE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14FB3EC-C4D5-9844-32EA-A63184D123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502163" cy="361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9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129B8-E4DE-6B76-0BC9-A2432BB41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E77AE3-2F8A-0CC3-E76B-C9D29CE0A3BC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B52C3B0-B814-C8CA-B170-63256395B692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/Anno con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C4DBECF-076C-8656-D72F-77C3B08900DA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SubPlot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media annua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veicoli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B0BA3C2-F945-E20F-0EED-21B8FA22FDB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B822438-0145-720B-1E64-8C38E17D03DC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6F9F199B-2953-EA32-C63D-DDFB19C0D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03920" cy="363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92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D0811-9B76-6461-72D6-0A64719AA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2E3DE4-9B52-3F53-3BF3-80409D8854C7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B574B7-360B-C793-7D24-8BE21679B7C5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B5492D-C2BC-FDC5-D315-D8902F6A9B4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per radar. 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1D3A275-7534-566A-FDC8-363D5D194CE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35290F-1AE9-F892-FC83-52447EB4007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4D61E9-49C7-C2FD-C1CA-624186EDD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16152"/>
            <a:ext cx="8502163" cy="363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13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06EA51-CEF3-8ED3-F6A0-B9D54F59B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194611C-2273-82A5-A47B-44E1B051687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4A461C5-B436-3317-2106-883FB6EB6E5C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Mappa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attività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dei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radar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DACDB80-1B5C-D3B8-9860-4ABC90EAB621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Heatmap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dell’attività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ogni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singolo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radar (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cuadrato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colorato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almeno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1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registrazione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).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80E89E6-CA73-64A6-5BBE-7FA5E19197B0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D9EBFD4-24EA-CD25-F104-01DC8159C7C7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350021-0216-C876-4C72-41DF1704F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39158"/>
            <a:ext cx="8507399" cy="360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26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5EC037-901C-9B09-8D52-3D7B268D9A64}"/>
              </a:ext>
            </a:extLst>
          </p:cNvPr>
          <p:cNvSpPr/>
          <p:nvPr/>
        </p:nvSpPr>
        <p:spPr>
          <a:xfrm>
            <a:off x="526724" y="12344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svizzero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Promuovere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stradale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en-US" sz="2400" i="1" dirty="0">
              <a:solidFill>
                <a:srgbClr val="B0BE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944</TotalTime>
  <Words>602</Words>
  <Application>Microsoft Macintosh PowerPoint</Application>
  <PresentationFormat>On-screen Show (16:9)</PresentationFormat>
  <Paragraphs>86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Maruca Matteo</cp:lastModifiedBy>
  <cp:revision>20</cp:revision>
  <dcterms:created xsi:type="dcterms:W3CDTF">2026-05-03T13:02:29Z</dcterms:created>
  <dcterms:modified xsi:type="dcterms:W3CDTF">2026-05-27T13:07:57Z</dcterms:modified>
</cp:coreProperties>
</file>