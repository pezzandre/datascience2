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0" r:id="rId4"/>
    <p:sldId id="265" r:id="rId5"/>
    <p:sldId id="261" r:id="rId6"/>
    <p:sldId id="268" r:id="rId7"/>
    <p:sldId id="266" r:id="rId8"/>
    <p:sldId id="267" r:id="rId9"/>
    <p:sldId id="263" r:id="rId10"/>
    <p:sldId id="264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27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90"/>
    <p:restoredTop sz="85473"/>
  </p:normalViewPr>
  <p:slideViewPr>
    <p:cSldViewPr snapToGrid="0" snapToObjects="1">
      <p:cViewPr varScale="1">
        <p:scale>
          <a:sx n="152" d="100"/>
          <a:sy n="152" d="100"/>
        </p:scale>
        <p:origin x="100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381719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8BD150-2D4D-C884-ADAA-19DD8CD29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786D27-F27E-EB8A-1EEF-8AB848B869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2DC0AC-5344-9D26-B1EF-1BB178AFAF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AC15D2-A614-6FBD-F1A5-BE1E5BA407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4886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strano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c'è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traffico</a:t>
            </a:r>
            <a:r>
              <a:rPr lang="en-US" dirty="0"/>
              <a:t> alle 15 rispetto alle 17</a:t>
            </a:r>
            <a:br>
              <a:rPr lang="en-US" dirty="0"/>
            </a:br>
            <a:br>
              <a:rPr lang="en-US" dirty="0"/>
            </a:br>
            <a:r>
              <a:rPr lang="en-US" dirty="0"/>
              <a:t>Di notte non </a:t>
            </a:r>
            <a:r>
              <a:rPr lang="en-US" dirty="0" err="1"/>
              <a:t>c'è</a:t>
            </a:r>
            <a:r>
              <a:rPr lang="en-US" dirty="0"/>
              <a:t> il radar </a:t>
            </a:r>
            <a:r>
              <a:rPr lang="en-US" dirty="0" err="1"/>
              <a:t>nella</a:t>
            </a:r>
            <a:r>
              <a:rPr lang="en-US" dirty="0"/>
              <a:t> </a:t>
            </a:r>
            <a:r>
              <a:rPr lang="en-US" dirty="0" err="1"/>
              <a:t>stradina</a:t>
            </a:r>
            <a:r>
              <a:rPr lang="en-US" dirty="0"/>
              <a:t> di </a:t>
            </a:r>
            <a:r>
              <a:rPr lang="en-US" dirty="0" err="1"/>
              <a:t>paese</a:t>
            </a:r>
            <a:r>
              <a:rPr lang="en-US" dirty="0"/>
              <a:t> ma </a:t>
            </a:r>
            <a:r>
              <a:rPr lang="en-US" dirty="0" err="1"/>
              <a:t>nelle</a:t>
            </a:r>
            <a:r>
              <a:rPr lang="en-US" dirty="0"/>
              <a:t> </a:t>
            </a:r>
            <a:r>
              <a:rPr lang="en-US" dirty="0" err="1"/>
              <a:t>strade</a:t>
            </a:r>
            <a:r>
              <a:rPr lang="en-US" dirty="0"/>
              <a:t> </a:t>
            </a:r>
            <a:r>
              <a:rPr lang="en-US" dirty="0" err="1"/>
              <a:t>veloci</a:t>
            </a:r>
            <a:r>
              <a:rPr lang="en-US" dirty="0"/>
              <a:t>?</a:t>
            </a:r>
            <a:br>
              <a:rPr lang="en-US" dirty="0"/>
            </a:br>
            <a:r>
              <a:rPr lang="en-US" dirty="0"/>
              <a:t>Vedi se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vero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224B3-B249-ED0F-410A-454744899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A73309-C954-63AF-9CBA-0790C8A637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CF9AC9-2692-24BB-B0D3-D94C16C63A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nota </a:t>
            </a:r>
            <a:r>
              <a:rPr lang="en-US" dirty="0" err="1"/>
              <a:t>che</a:t>
            </a:r>
            <a:r>
              <a:rPr lang="en-US" dirty="0"/>
              <a:t> le </a:t>
            </a:r>
            <a:r>
              <a:rPr lang="en-US" dirty="0" err="1"/>
              <a:t>infrazioni</a:t>
            </a:r>
            <a:r>
              <a:rPr lang="en-US" dirty="0"/>
              <a:t> </a:t>
            </a:r>
            <a:r>
              <a:rPr lang="en-US" dirty="0" err="1"/>
              <a:t>avvengono</a:t>
            </a:r>
            <a:r>
              <a:rPr lang="en-US" dirty="0"/>
              <a:t> </a:t>
            </a:r>
            <a:r>
              <a:rPr lang="en-US" dirty="0" err="1"/>
              <a:t>maggiormente</a:t>
            </a:r>
            <a:r>
              <a:rPr lang="en-US" dirty="0"/>
              <a:t> </a:t>
            </a:r>
            <a:r>
              <a:rPr lang="en-US" dirty="0" err="1"/>
              <a:t>negli</a:t>
            </a:r>
            <a:r>
              <a:rPr lang="en-US" dirty="0"/>
              <a:t> </a:t>
            </a:r>
            <a:r>
              <a:rPr lang="en-US" dirty="0" err="1"/>
              <a:t>orari</a:t>
            </a:r>
            <a:r>
              <a:rPr lang="en-US" dirty="0"/>
              <a:t> con </a:t>
            </a:r>
            <a:r>
              <a:rPr lang="en-US" dirty="0" err="1"/>
              <a:t>pochissimo</a:t>
            </a:r>
            <a:r>
              <a:rPr lang="en-US" dirty="0"/>
              <a:t> </a:t>
            </a:r>
            <a:r>
              <a:rPr lang="en-US" dirty="0" err="1"/>
              <a:t>traffico</a:t>
            </a:r>
            <a:r>
              <a:rPr lang="en-US" dirty="0"/>
              <a:t> -&gt; dove ci </a:t>
            </a:r>
            <a:r>
              <a:rPr lang="en-US" dirty="0" err="1"/>
              <a:t>sono</a:t>
            </a:r>
            <a:r>
              <a:rPr lang="en-US" dirty="0"/>
              <a:t> </a:t>
            </a:r>
            <a:r>
              <a:rPr lang="en-US" dirty="0" err="1"/>
              <a:t>meno</a:t>
            </a:r>
            <a:r>
              <a:rPr lang="en-US" dirty="0"/>
              <a:t> </a:t>
            </a:r>
            <a:r>
              <a:rPr lang="en-US" dirty="0" err="1"/>
              <a:t>misurazioni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D03DD7-E9F2-5219-3BCB-17928D2053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1347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7EDB8-D8B2-21EF-B2E5-6E13FE4F8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3E48EE-0327-3A8C-6374-B348CFF241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9F664E-0D3D-D4EB-FB67-6930C1305C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zoom </a:t>
            </a:r>
            <a:r>
              <a:rPr lang="en-US" dirty="0" err="1"/>
              <a:t>sul</a:t>
            </a:r>
            <a:r>
              <a:rPr lang="en-US" dirty="0"/>
              <a:t> primo e </a:t>
            </a:r>
            <a:r>
              <a:rPr lang="en-US" dirty="0" err="1"/>
              <a:t>mostraer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distribuziobe</a:t>
            </a:r>
            <a:r>
              <a:rPr lang="en-US" dirty="0"/>
              <a:t> delle </a:t>
            </a:r>
            <a:r>
              <a:rPr lang="en-US" dirty="0" err="1"/>
              <a:t>velocit`MISURATE</a:t>
            </a:r>
            <a:endParaRPr lang="en-US" dirty="0"/>
          </a:p>
          <a:p>
            <a:r>
              <a:rPr lang="en-US" dirty="0" err="1"/>
              <a:t>mostra</a:t>
            </a:r>
            <a:r>
              <a:rPr lang="en-US" dirty="0"/>
              <a:t> campana </a:t>
            </a:r>
            <a:r>
              <a:rPr lang="en-US" dirty="0" err="1"/>
              <a:t>velocita</a:t>
            </a:r>
            <a:r>
              <a:rPr lang="en-US" dirty="0"/>
              <a:t> con </a:t>
            </a:r>
            <a:r>
              <a:rPr lang="en-US" dirty="0" err="1"/>
              <a:t>rigfa</a:t>
            </a:r>
            <a:r>
              <a:rPr lang="en-US" dirty="0"/>
              <a:t> </a:t>
            </a:r>
            <a:r>
              <a:rPr lang="en-US" dirty="0" err="1"/>
              <a:t>verticale</a:t>
            </a:r>
            <a:r>
              <a:rPr lang="en-US" dirty="0"/>
              <a:t> con dove </a:t>
            </a:r>
            <a:r>
              <a:rPr lang="en-US" dirty="0" err="1"/>
              <a:t>inizia</a:t>
            </a:r>
            <a:r>
              <a:rPr lang="en-US" dirty="0"/>
              <a:t> la </a:t>
            </a:r>
            <a:r>
              <a:rPr lang="en-US" dirty="0" err="1"/>
              <a:t>infrazione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7F037F-63CE-9D8A-2A3C-1845F75352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37236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D2650-687A-E116-F95D-9AB39CA7A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61350F-1402-F534-F99A-D9ECB1AF25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3C8614-09D2-202E-92BF-E6425A386D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zoom </a:t>
            </a:r>
            <a:r>
              <a:rPr lang="en-US" dirty="0" err="1"/>
              <a:t>sul</a:t>
            </a:r>
            <a:r>
              <a:rPr lang="en-US" dirty="0"/>
              <a:t> primo e </a:t>
            </a:r>
            <a:r>
              <a:rPr lang="en-US" dirty="0" err="1"/>
              <a:t>mostraer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distribuziobe</a:t>
            </a:r>
            <a:r>
              <a:rPr lang="en-US" dirty="0"/>
              <a:t> delle </a:t>
            </a:r>
            <a:r>
              <a:rPr lang="en-US" dirty="0" err="1"/>
              <a:t>velocit`MISURATE</a:t>
            </a:r>
            <a:endParaRPr lang="en-US" dirty="0"/>
          </a:p>
          <a:p>
            <a:r>
              <a:rPr lang="en-US" dirty="0" err="1"/>
              <a:t>mostra</a:t>
            </a:r>
            <a:r>
              <a:rPr lang="en-US" dirty="0"/>
              <a:t> campana </a:t>
            </a:r>
            <a:r>
              <a:rPr lang="en-US" dirty="0" err="1"/>
              <a:t>velocita</a:t>
            </a:r>
            <a:r>
              <a:rPr lang="en-US" dirty="0"/>
              <a:t> con </a:t>
            </a:r>
            <a:r>
              <a:rPr lang="en-US" dirty="0" err="1"/>
              <a:t>rigfa</a:t>
            </a:r>
            <a:r>
              <a:rPr lang="en-US" dirty="0"/>
              <a:t> </a:t>
            </a:r>
            <a:r>
              <a:rPr lang="en-US" dirty="0" err="1"/>
              <a:t>verticale</a:t>
            </a:r>
            <a:r>
              <a:rPr lang="en-US" dirty="0"/>
              <a:t> con dove </a:t>
            </a:r>
            <a:r>
              <a:rPr lang="en-US" dirty="0" err="1"/>
              <a:t>inizia</a:t>
            </a:r>
            <a:r>
              <a:rPr lang="en-US" dirty="0"/>
              <a:t> la </a:t>
            </a:r>
            <a:r>
              <a:rPr lang="en-US" dirty="0" err="1"/>
              <a:t>infrazione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54422-AAE3-4EF5-30BA-4620748D5C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9763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Guardare</a:t>
            </a:r>
            <a:r>
              <a:rPr lang="en-US" dirty="0"/>
              <a:t> heatmap: </a:t>
            </a:r>
            <a:r>
              <a:rPr lang="en-US" dirty="0" err="1"/>
              <a:t>strano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c'è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traffico</a:t>
            </a:r>
            <a:r>
              <a:rPr lang="en-US" dirty="0"/>
              <a:t> alle 15 rispetto alle 17</a:t>
            </a:r>
            <a:br>
              <a:rPr lang="en-US" dirty="0"/>
            </a:br>
            <a:br>
              <a:rPr lang="en-US" dirty="0"/>
            </a:br>
            <a:r>
              <a:rPr lang="en-US" dirty="0"/>
              <a:t>Esempio Di notte non </a:t>
            </a:r>
            <a:r>
              <a:rPr lang="en-US" dirty="0" err="1"/>
              <a:t>c'è</a:t>
            </a:r>
            <a:r>
              <a:rPr lang="en-US" dirty="0"/>
              <a:t> il radar </a:t>
            </a:r>
            <a:r>
              <a:rPr lang="en-US" dirty="0" err="1"/>
              <a:t>nella</a:t>
            </a:r>
            <a:r>
              <a:rPr lang="en-US" dirty="0"/>
              <a:t> </a:t>
            </a:r>
            <a:r>
              <a:rPr lang="en-US" dirty="0" err="1"/>
              <a:t>stradina</a:t>
            </a:r>
            <a:r>
              <a:rPr lang="en-US" dirty="0"/>
              <a:t> di </a:t>
            </a:r>
            <a:r>
              <a:rPr lang="en-US" dirty="0" err="1"/>
              <a:t>paese</a:t>
            </a:r>
            <a:r>
              <a:rPr lang="en-US" dirty="0"/>
              <a:t> ma </a:t>
            </a:r>
            <a:r>
              <a:rPr lang="en-US" dirty="0" err="1"/>
              <a:t>nelle</a:t>
            </a:r>
            <a:r>
              <a:rPr lang="en-US" dirty="0"/>
              <a:t> </a:t>
            </a:r>
            <a:r>
              <a:rPr lang="en-US" dirty="0" err="1"/>
              <a:t>strade</a:t>
            </a:r>
            <a:r>
              <a:rPr lang="en-US" dirty="0"/>
              <a:t> </a:t>
            </a:r>
            <a:r>
              <a:rPr lang="en-US" dirty="0" err="1"/>
              <a:t>veloci</a:t>
            </a:r>
            <a:r>
              <a:rPr lang="en-US" dirty="0"/>
              <a:t>?</a:t>
            </a:r>
            <a:br>
              <a:rPr lang="en-US" dirty="0"/>
            </a:br>
            <a:r>
              <a:rPr lang="en-US" dirty="0"/>
              <a:t>Vedi se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vero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Monitoraggio</a:t>
            </a: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della </a:t>
            </a:r>
            <a:r>
              <a:rPr lang="en-US" sz="3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velocità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Canton Basilea-Città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2057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 Pezzolla &amp; Matteo Maruca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468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</a:t>
            </a:r>
            <a:r>
              <a:rPr lang="en-US" sz="12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Geschwindigkeitsmonitoring</a:t>
            </a:r>
            <a:r>
              <a:rPr lang="en-US" sz="12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12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opendata.swiss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3108960"/>
            <a:ext cx="2560320" cy="1371600"/>
          </a:xfrm>
          <a:prstGeom prst="rect">
            <a:avLst/>
          </a:prstGeom>
          <a:solidFill>
            <a:srgbClr val="1E3057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9" name="Text 7"/>
          <p:cNvSpPr/>
          <p:nvPr/>
        </p:nvSpPr>
        <p:spPr>
          <a:xfrm>
            <a:off x="457200" y="32004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~1.9 GB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57200" y="3886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Dimensione CSV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0" y="3108960"/>
            <a:ext cx="2560320" cy="1371600"/>
          </a:xfrm>
          <a:prstGeom prst="rect">
            <a:avLst/>
          </a:prstGeom>
          <a:solidFill>
            <a:srgbClr val="1E3057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2" name="Text 10"/>
          <p:cNvSpPr/>
          <p:nvPr/>
        </p:nvSpPr>
        <p:spPr>
          <a:xfrm>
            <a:off x="3291840" y="32004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291840" y="3886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Colonne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35040" y="3108960"/>
            <a:ext cx="2560320" cy="1371600"/>
          </a:xfrm>
          <a:prstGeom prst="rect">
            <a:avLst/>
          </a:prstGeom>
          <a:solidFill>
            <a:srgbClr val="1E3057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5" name="Text 13"/>
          <p:cNvSpPr/>
          <p:nvPr/>
        </p:nvSpPr>
        <p:spPr>
          <a:xfrm>
            <a:off x="6126480" y="32004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~5.5 </a:t>
            </a:r>
            <a:r>
              <a:rPr lang="en-US" sz="28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mln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126480" y="3886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Misurazioni</a:t>
            </a:r>
            <a:endParaRPr lang="en-US" sz="1200" dirty="0"/>
          </a:p>
        </p:txBody>
      </p:sp>
      <p:sp>
        <p:nvSpPr>
          <p:cNvPr id="17" name="Text 2">
            <a:extLst>
              <a:ext uri="{FF2B5EF4-FFF2-40B4-BE49-F238E27FC236}">
                <a16:creationId xmlns:a16="http://schemas.microsoft.com/office/drawing/2014/main" id="{1FBF2587-6F26-7E5B-8C40-8299E73D94BA}"/>
              </a:ext>
            </a:extLst>
          </p:cNvPr>
          <p:cNvSpPr/>
          <p:nvPr/>
        </p:nvSpPr>
        <p:spPr>
          <a:xfrm>
            <a:off x="6966373" y="2926080"/>
            <a:ext cx="6976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/>
              <a:t>🇨🇭📸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Panoramica del Dataset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4389120" cy="34747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5" name="Text 3"/>
          <p:cNvSpPr/>
          <p:nvPr/>
        </p:nvSpPr>
        <p:spPr>
          <a:xfrm>
            <a:off x="457200" y="79552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contiene?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261872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7" name="Text 5"/>
          <p:cNvSpPr/>
          <p:nvPr/>
        </p:nvSpPr>
        <p:spPr>
          <a:xfrm>
            <a:off x="502920" y="13258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 Data/ora misurazione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65760" y="1691640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9" name="Text 7"/>
          <p:cNvSpPr/>
          <p:nvPr/>
        </p:nvSpPr>
        <p:spPr>
          <a:xfrm>
            <a:off x="502920" y="175564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🚗  Velocità (km/h) per singolo veicolo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65760" y="2121408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1" name="Text 9"/>
          <p:cNvSpPr/>
          <p:nvPr/>
        </p:nvSpPr>
        <p:spPr>
          <a:xfrm>
            <a:off x="502920" y="218541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Coordinate </a:t>
            </a:r>
            <a:r>
              <a:rPr lang="en-US" sz="115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geografiche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2551176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3" name="Text 11"/>
          <p:cNvSpPr/>
          <p:nvPr/>
        </p:nvSpPr>
        <p:spPr>
          <a:xfrm>
            <a:off x="502920" y="261518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🛣️  Zona limite (30/50 km/h), strada e direzione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65760" y="2980944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5" name="Text 13"/>
          <p:cNvSpPr/>
          <p:nvPr/>
        </p:nvSpPr>
        <p:spPr>
          <a:xfrm>
            <a:off x="502920" y="304495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V50, V85 e tasso di infrazioni per postazione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65760" y="3410712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7" name="Text 15"/>
          <p:cNvSpPr/>
          <p:nvPr/>
        </p:nvSpPr>
        <p:spPr>
          <a:xfrm>
            <a:off x="502920" y="347472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Inizio e fine periodo di misurazione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3840480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9" name="Text 17"/>
          <p:cNvSpPr/>
          <p:nvPr/>
        </p:nvSpPr>
        <p:spPr>
          <a:xfrm>
            <a:off x="502920" y="390448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🔢  Conteggio veicoli e lunghezza media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65760" y="4270248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1" name="Text 19"/>
          <p:cNvSpPr/>
          <p:nvPr/>
        </p:nvSpPr>
        <p:spPr>
          <a:xfrm>
            <a:off x="502920" y="433425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🆔  ID misuratore con link alle statistiche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937760" y="777240"/>
            <a:ext cx="3931920" cy="347472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3" name="Text 21"/>
          <p:cNvSpPr/>
          <p:nvPr/>
        </p:nvSpPr>
        <p:spPr>
          <a:xfrm>
            <a:off x="5029200" y="79552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 chiave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37760" y="130759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~5.5 </a:t>
            </a:r>
            <a:r>
              <a:rPr lang="en-US" sz="24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mln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937760" y="170078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Misurazioni singole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937760" y="2020824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295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4937760" y="241401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Postazioni</a:t>
            </a: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radar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37760" y="273405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 30 / 40 / 50 / 60 / 80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937760" y="31272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limite (km/h)</a:t>
            </a:r>
            <a:endParaRPr lang="en-US" sz="1200" dirty="0"/>
          </a:p>
        </p:txBody>
      </p:sp>
      <p:sp>
        <p:nvSpPr>
          <p:cNvPr id="34" name="Text 24">
            <a:extLst>
              <a:ext uri="{FF2B5EF4-FFF2-40B4-BE49-F238E27FC236}">
                <a16:creationId xmlns:a16="http://schemas.microsoft.com/office/drawing/2014/main" id="{1BE88253-9CF9-F35F-5A33-F262EFB275B0}"/>
              </a:ext>
            </a:extLst>
          </p:cNvPr>
          <p:cNvSpPr/>
          <p:nvPr/>
        </p:nvSpPr>
        <p:spPr>
          <a:xfrm>
            <a:off x="4846320" y="3447288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35" name="Text 25">
            <a:extLst>
              <a:ext uri="{FF2B5EF4-FFF2-40B4-BE49-F238E27FC236}">
                <a16:creationId xmlns:a16="http://schemas.microsoft.com/office/drawing/2014/main" id="{74C3B044-AB82-6331-7271-2BA41A980AD7}"/>
              </a:ext>
            </a:extLst>
          </p:cNvPr>
          <p:cNvSpPr/>
          <p:nvPr/>
        </p:nvSpPr>
        <p:spPr>
          <a:xfrm>
            <a:off x="4846320" y="38404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Anni di </a:t>
            </a:r>
            <a:r>
              <a:rPr lang="en-US" sz="1200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misurazioni</a:t>
            </a: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(dal 2024)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15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Postazioni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Tasso di Infrazioni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Postazioni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con la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maggior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percentaule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di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infrazioni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61E0DCA6-117F-5A7A-4D42-2E2248DF12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34439"/>
            <a:ext cx="8494604" cy="361187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8FB33A-EE34-6999-024D-89AB075BC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E92C946-8ABA-BBCE-2F25-C2C0CDAFE0BB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3BD819E-CEF1-45C3-185E-C84560531D61}"/>
              </a:ext>
            </a:extLst>
          </p:cNvPr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Distribuzione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velocità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postazione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peggiore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61D53FC-7098-BF3D-7C2A-F824479AFB9B}"/>
              </a:ext>
            </a:extLst>
          </p:cNvPr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Distribuzione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velocità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della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postazione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 con la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maggior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percentaule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di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infrazioni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E3BBB00-9779-1D75-EE40-4CC1BAA35CBA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28B9060-3AB3-54D2-0404-20DEF6B69941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148C6FC9-9D66-2839-29B4-C91903E9FF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1" y="1190369"/>
            <a:ext cx="8503919" cy="3700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0960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 di Calore –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Velocità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media per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orario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 – velocita_kmh media per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giorno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ora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8F8FBDB0-6A36-CB34-BBFE-D20411E9CA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59" y="1234440"/>
            <a:ext cx="8494607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BFC21C-AF0D-F181-5836-1EF3ADB22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CA906A4-FE5D-7EE2-6891-35EED0B6A028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5D5513F-9F73-2F50-7B34-57BCFC8B28A3}"/>
              </a:ext>
            </a:extLst>
          </p:cNvPr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 di Calore – Tasso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infrazioni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medio per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orario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9FFE15C-9BE4-5606-C073-E1FC119A8A17}"/>
              </a:ext>
            </a:extLst>
          </p:cNvPr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 –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tasso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infrazioni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giorno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ora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11F0A79-257D-DF77-51D8-8C3E08EC98E8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742B34F-B5D8-43D1-F6E8-C729E5252DEE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52666C92-5D98-E046-EBED-A16FFCCE3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59" y="1216152"/>
            <a:ext cx="8503919" cy="3700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729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AD0811-9B76-6461-72D6-0A64719AA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72E3DE4-9B52-3F53-3BF3-80409D8854C7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8B574B7-360B-C793-7D24-8BE21679B7C5}"/>
              </a:ext>
            </a:extLst>
          </p:cNvPr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CB5492D-C2BC-FDC5-D315-D8902F6A9B4B}"/>
              </a:ext>
            </a:extLst>
          </p:cNvPr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Testo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1D3A275-7534-566A-FDC8-363D5D194CE2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D35290F-1AE9-F892-FC83-52447EB40072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3645134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25298-A55A-1FED-C86C-F9056C36F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93EA1D5-1D1A-94A8-2CF6-EB2ADEFCD302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7C0276C-26E0-D041-AC9F-5E445CA19F67}"/>
              </a:ext>
            </a:extLst>
          </p:cNvPr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DFAD001-EFCE-2644-2C87-7944626ABECD}"/>
              </a:ext>
            </a:extLst>
          </p:cNvPr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testo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89CCD95-2381-C8D3-273C-50604454E15D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79485CC-06E1-5572-ADB3-C07D24B4E4C5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2725972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 Future Pianificate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838830"/>
            <a:ext cx="8503920" cy="400749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7688" y="958740"/>
            <a:ext cx="8181991" cy="36737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Font typeface="+mj-lt"/>
              <a:buAutoNum type="arabicPeriod"/>
            </a:pP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Correlazione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Differenza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velocità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veicolo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(moto/camion)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Differenza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postazioni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radar Giorno-notte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Consigli?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Conclusioni &amp; Prossimi Passi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5" name="Text 3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6A5EC037-901C-9B09-8D52-3D7B268D9A64}"/>
              </a:ext>
            </a:extLst>
          </p:cNvPr>
          <p:cNvSpPr/>
          <p:nvPr/>
        </p:nvSpPr>
        <p:spPr>
          <a:xfrm>
            <a:off x="526724" y="1234440"/>
            <a:ext cx="8181991" cy="36737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Dati: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Informazioni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svizzero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L'Obiettivo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Promuovere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sicurezza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stradale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urbana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endParaRPr lang="en-US" sz="2400" i="1" dirty="0">
              <a:solidFill>
                <a:srgbClr val="B0BEC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Prossimo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step: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finale.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238</TotalTime>
  <Words>411</Words>
  <Application>Microsoft Macintosh PowerPoint</Application>
  <PresentationFormat>Presentazione su schermo (16:9)</PresentationFormat>
  <Paragraphs>77</Paragraphs>
  <Slides>10</Slides>
  <Notes>10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Geschwindigkeitsmonitoring Basel-Stadt</dc:title>
  <dc:subject>PptxGenJS Presentation</dc:subject>
  <dc:creator>PptxGenJS</dc:creator>
  <cp:lastModifiedBy>Pezzolla Andrea</cp:lastModifiedBy>
  <cp:revision>6</cp:revision>
  <dcterms:created xsi:type="dcterms:W3CDTF">2026-05-03T13:02:29Z</dcterms:created>
  <dcterms:modified xsi:type="dcterms:W3CDTF">2026-05-20T18:36:02Z</dcterms:modified>
</cp:coreProperties>
</file>