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Geschwindigkeitsmonitoring – ab 2024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&gt;600k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Timestamp e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geografiche (geo_point_2d)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&gt;600k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 attive a Basilea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93776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 medio di infrazioni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37760" y="416052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km/h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937760" y="4553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mediana (V50)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dei Dati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205740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11480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Temporale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438912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38912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438912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438912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data_ora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438912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inizio_misurazione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438912" y="33832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fine_misurazione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42032" y="777240"/>
            <a:ext cx="2057400" cy="3657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2587752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Misura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42032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2615184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velocita_kmh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2615184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lunghezza_veicolo_m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42032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5" name="Text 23"/>
          <p:cNvSpPr/>
          <p:nvPr/>
        </p:nvSpPr>
        <p:spPr>
          <a:xfrm>
            <a:off x="2615184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n_veicoli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18304" y="777240"/>
            <a:ext cx="2057400" cy="36576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7" name="Text 25"/>
          <p:cNvSpPr/>
          <p:nvPr/>
        </p:nvSpPr>
        <p:spPr>
          <a:xfrm>
            <a:off x="4764024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Posizione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18304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9" name="Text 27"/>
          <p:cNvSpPr/>
          <p:nvPr/>
        </p:nvSpPr>
        <p:spPr>
          <a:xfrm>
            <a:off x="4791456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localita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18304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1" name="Text 29"/>
          <p:cNvSpPr/>
          <p:nvPr/>
        </p:nvSpPr>
        <p:spPr>
          <a:xfrm>
            <a:off x="4791456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18304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3" name="Text 31"/>
          <p:cNvSpPr/>
          <p:nvPr/>
        </p:nvSpPr>
        <p:spPr>
          <a:xfrm>
            <a:off x="4791456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numero_civico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18304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5" name="Text 33"/>
          <p:cNvSpPr/>
          <p:nvPr/>
        </p:nvSpPr>
        <p:spPr>
          <a:xfrm>
            <a:off x="4791456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18304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7" name="Text 35"/>
          <p:cNvSpPr/>
          <p:nvPr/>
        </p:nvSpPr>
        <p:spPr>
          <a:xfrm>
            <a:off x="4791456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coordinate_json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18304" y="33375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9" name="Text 37"/>
          <p:cNvSpPr/>
          <p:nvPr/>
        </p:nvSpPr>
        <p:spPr>
          <a:xfrm>
            <a:off x="4791456" y="33832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geo_point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94576" y="777240"/>
            <a:ext cx="2057400" cy="36576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1" name="Text 39"/>
          <p:cNvSpPr/>
          <p:nvPr/>
        </p:nvSpPr>
        <p:spPr>
          <a:xfrm>
            <a:off x="6940296" y="79552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Statistiche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128016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3" name="Text 41"/>
          <p:cNvSpPr/>
          <p:nvPr/>
        </p:nvSpPr>
        <p:spPr>
          <a:xfrm>
            <a:off x="6967728" y="132588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zona_limite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894576" y="169164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5" name="Text 43"/>
          <p:cNvSpPr/>
          <p:nvPr/>
        </p:nvSpPr>
        <p:spPr>
          <a:xfrm>
            <a:off x="6967728" y="17373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tasso_infrazioni_pct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94576" y="210312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7" name="Text 45"/>
          <p:cNvSpPr/>
          <p:nvPr/>
        </p:nvSpPr>
        <p:spPr>
          <a:xfrm>
            <a:off x="6967728" y="214884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v50_kmh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894576" y="251460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9" name="Text 47"/>
          <p:cNvSpPr/>
          <p:nvPr/>
        </p:nvSpPr>
        <p:spPr>
          <a:xfrm>
            <a:off x="6967728" y="256032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v85_kmh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894576" y="2926080"/>
            <a:ext cx="2057400" cy="347472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1" name="Text 49"/>
          <p:cNvSpPr/>
          <p:nvPr/>
        </p:nvSpPr>
        <p:spPr>
          <a:xfrm>
            <a:off x="6967728" y="297180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id_postazione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65760" y="4160520"/>
            <a:ext cx="8503920" cy="749808"/>
          </a:xfrm>
          <a:prstGeom prst="rect">
            <a:avLst/>
          </a:prstGeom>
          <a:solidFill>
            <a:srgbClr val="1E3057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3" name="Text 51"/>
          <p:cNvSpPr/>
          <p:nvPr/>
        </p:nvSpPr>
        <p:spPr>
          <a:xfrm>
            <a:off x="502920" y="4206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riga: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02920" y="44531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BE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2025-04-06 20:07:05  |  ID: 1003  |  Velocità: 32 km/h  |  Zona: 30  |  V50: 29  |  V85: 34  |  Infrazioni: 9.93%  |  Veicoli: 25442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delle Velocità per Zona Limite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Istogramma – velocita_kmh per zona_limite (30 / 50)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Postazioni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orizzontale – tasso_infrazioni_pct aggregato per localita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Giorno della Settimana e Ora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giorno_sett × ora_intera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 V50 – V85 per Postazione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– v50_kmh vs v85_kmh, colorato per zona_limite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interattiva · Trend temporale · Clustering · Correlazione meteo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&amp; Prossimi Passi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367</Words>
  <Application>Microsoft Macintosh PowerPoint</Application>
  <PresentationFormat>Presentazione su schermo (16:9)</PresentationFormat>
  <Paragraphs>85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2</cp:revision>
  <dcterms:created xsi:type="dcterms:W3CDTF">2026-05-03T13:02:29Z</dcterms:created>
  <dcterms:modified xsi:type="dcterms:W3CDTF">2026-05-03T13:15:08Z</dcterms:modified>
</cp:coreProperties>
</file>