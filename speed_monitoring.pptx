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6"/>
    <p:restoredTop sz="94610"/>
  </p:normalViewPr>
  <p:slideViewPr>
    <p:cSldViewPr snapToGrid="0" snapToObjects="1">
      <p:cViewPr>
        <p:scale>
          <a:sx n="188" d="100"/>
          <a:sy n="188" d="100"/>
        </p:scale>
        <p:origin x="3824" y="2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dei Dati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205740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11480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Temporale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438912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38912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438912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438912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data_ora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438912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inizio_misurazione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438912" y="33832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fine_misurazione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42032" y="777240"/>
            <a:ext cx="2057400" cy="3657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2587752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Misura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42032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2615184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velocita_kmh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2615184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lunghezza_veicolo_m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42032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5" name="Text 23"/>
          <p:cNvSpPr/>
          <p:nvPr/>
        </p:nvSpPr>
        <p:spPr>
          <a:xfrm>
            <a:off x="2615184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n_veicoli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18304" y="777240"/>
            <a:ext cx="2057400" cy="36576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7" name="Text 25"/>
          <p:cNvSpPr/>
          <p:nvPr/>
        </p:nvSpPr>
        <p:spPr>
          <a:xfrm>
            <a:off x="4764024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Posizione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18304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9" name="Text 27"/>
          <p:cNvSpPr/>
          <p:nvPr/>
        </p:nvSpPr>
        <p:spPr>
          <a:xfrm>
            <a:off x="4791456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localita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18304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1" name="Text 29"/>
          <p:cNvSpPr/>
          <p:nvPr/>
        </p:nvSpPr>
        <p:spPr>
          <a:xfrm>
            <a:off x="4791456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18304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3" name="Text 31"/>
          <p:cNvSpPr/>
          <p:nvPr/>
        </p:nvSpPr>
        <p:spPr>
          <a:xfrm>
            <a:off x="4791456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numero_civico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18304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5" name="Text 33"/>
          <p:cNvSpPr/>
          <p:nvPr/>
        </p:nvSpPr>
        <p:spPr>
          <a:xfrm>
            <a:off x="4791456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18304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7" name="Text 35"/>
          <p:cNvSpPr/>
          <p:nvPr/>
        </p:nvSpPr>
        <p:spPr>
          <a:xfrm>
            <a:off x="4791456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18304" y="33375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9" name="Text 37"/>
          <p:cNvSpPr/>
          <p:nvPr/>
        </p:nvSpPr>
        <p:spPr>
          <a:xfrm>
            <a:off x="4791456" y="33832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geo_point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94576" y="777240"/>
            <a:ext cx="2057400" cy="36576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1" name="Text 39"/>
          <p:cNvSpPr/>
          <p:nvPr/>
        </p:nvSpPr>
        <p:spPr>
          <a:xfrm>
            <a:off x="6940296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Statistiche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3" name="Text 41"/>
          <p:cNvSpPr/>
          <p:nvPr/>
        </p:nvSpPr>
        <p:spPr>
          <a:xfrm>
            <a:off x="6967728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zona_limite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894576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5" name="Text 43"/>
          <p:cNvSpPr/>
          <p:nvPr/>
        </p:nvSpPr>
        <p:spPr>
          <a:xfrm>
            <a:off x="6967728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tasso_infrazioni_pct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94576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7" name="Text 45"/>
          <p:cNvSpPr/>
          <p:nvPr/>
        </p:nvSpPr>
        <p:spPr>
          <a:xfrm>
            <a:off x="6967728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v50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894576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9" name="Text 47"/>
          <p:cNvSpPr/>
          <p:nvPr/>
        </p:nvSpPr>
        <p:spPr>
          <a:xfrm>
            <a:off x="6967728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894576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1" name="Text 49"/>
          <p:cNvSpPr/>
          <p:nvPr/>
        </p:nvSpPr>
        <p:spPr>
          <a:xfrm>
            <a:off x="6967728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id_postazione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65760" y="4160520"/>
            <a:ext cx="8503920" cy="749808"/>
          </a:xfrm>
          <a:prstGeom prst="rect">
            <a:avLst/>
          </a:prstGeom>
          <a:solidFill>
            <a:srgbClr val="1E3057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3" name="Text 51"/>
          <p:cNvSpPr/>
          <p:nvPr/>
        </p:nvSpPr>
        <p:spPr>
          <a:xfrm>
            <a:off x="502920" y="4206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riga: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02920" y="44531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2025-04-06 20:07:05  |  ID: 1003  |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Direzione_ID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 |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Inizio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misurazione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2025-04-05 | Fine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misurazione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2025-04-10 | Zona: 30km/h |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Direzione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Holbeinplatz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Coordinate: xxx | Tasso di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infrazione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9.93 |  </a:t>
            </a:r>
            <a:r>
              <a:rPr lang="en-US" sz="1000" dirty="0" err="1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Velocità</a:t>
            </a: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32.0 km/h | …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Giorno della Settimana e Ora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8FBDB0-6A36-CB34-BBFE-D20411E9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4440"/>
            <a:ext cx="849460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interattiva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&amp; Prossimi Passi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step: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intermedia.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342</Words>
  <Application>Microsoft Macintosh PowerPoint</Application>
  <PresentationFormat>Presentazione su schermo (16:9)</PresentationFormat>
  <Paragraphs>83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4</cp:revision>
  <dcterms:created xsi:type="dcterms:W3CDTF">2026-05-03T13:02:29Z</dcterms:created>
  <dcterms:modified xsi:type="dcterms:W3CDTF">2026-05-06T11:37:47Z</dcterms:modified>
</cp:coreProperties>
</file>